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23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0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81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0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0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68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96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70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62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241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18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07181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10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67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65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24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30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0191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Digital Marketing</a:t>
            </a:r>
          </a:p>
          <a:p>
            <a:r>
              <a:t>Week 1: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Digital Marketing?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Rapid </a:t>
            </a:r>
            <a:r>
              <a:rPr dirty="0"/>
              <a:t>shift from traditional to digital channels</a:t>
            </a:r>
          </a:p>
          <a:p>
            <a:r>
              <a:rPr dirty="0" smtClean="0"/>
              <a:t>Growth </a:t>
            </a:r>
            <a:r>
              <a:rPr dirty="0"/>
              <a:t>of internet, smartphones, and social media</a:t>
            </a:r>
          </a:p>
          <a:p>
            <a:r>
              <a:rPr dirty="0" smtClean="0"/>
              <a:t>Businesses </a:t>
            </a:r>
            <a:r>
              <a:rPr dirty="0"/>
              <a:t>competing in online environments</a:t>
            </a:r>
          </a:p>
          <a:p>
            <a:r>
              <a:rPr dirty="0" smtClean="0"/>
              <a:t>Data-driven </a:t>
            </a:r>
            <a:r>
              <a:rPr dirty="0"/>
              <a:t>decision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Marketing?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Identifying customer needs</a:t>
            </a:r>
          </a:p>
          <a:p>
            <a:r>
              <a:t>• Creating value for customers</a:t>
            </a:r>
          </a:p>
          <a:p>
            <a:r>
              <a:t>• Communicating and delivering value</a:t>
            </a:r>
          </a:p>
          <a:p>
            <a:r>
              <a:t>• Building long-term relationships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vs Digital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Traditional Marketing:</a:t>
            </a:r>
          </a:p>
          <a:p>
            <a:r>
              <a:rPr dirty="0" smtClean="0"/>
              <a:t>TV</a:t>
            </a:r>
            <a:r>
              <a:rPr dirty="0"/>
              <a:t>, Radio, Print, Billboards</a:t>
            </a:r>
          </a:p>
          <a:p>
            <a:r>
              <a:rPr dirty="0" smtClean="0"/>
              <a:t>One-way </a:t>
            </a:r>
            <a:r>
              <a:rPr dirty="0"/>
              <a:t>communication</a:t>
            </a:r>
          </a:p>
          <a:p>
            <a:endParaRPr dirty="0"/>
          </a:p>
          <a:p>
            <a:r>
              <a:rPr dirty="0"/>
              <a:t>Digital Marketing:</a:t>
            </a:r>
          </a:p>
          <a:p>
            <a:r>
              <a:rPr dirty="0" smtClean="0"/>
              <a:t>Websites</a:t>
            </a:r>
            <a:r>
              <a:rPr dirty="0"/>
              <a:t>, Social Media, Search Engines</a:t>
            </a:r>
          </a:p>
          <a:p>
            <a:r>
              <a:rPr dirty="0" smtClean="0"/>
              <a:t>Two-way</a:t>
            </a:r>
            <a:r>
              <a:rPr dirty="0"/>
              <a:t>, interactive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marketing refers to the use of digital channels, platforms, and technologies to promote products and services and engage customers.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Digital Marketing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smtClean="0"/>
              <a:t> </a:t>
            </a:r>
            <a:r>
              <a:rPr dirty="0"/>
              <a:t>Websites &amp; Landing Pages</a:t>
            </a:r>
          </a:p>
          <a:p>
            <a:r>
              <a:rPr dirty="0" smtClean="0"/>
              <a:t>Search </a:t>
            </a:r>
            <a:r>
              <a:rPr dirty="0"/>
              <a:t>Engines (</a:t>
            </a:r>
            <a:r>
              <a:rPr dirty="0" smtClean="0"/>
              <a:t>SEO)</a:t>
            </a:r>
            <a:endParaRPr lang="en-US" dirty="0" smtClean="0"/>
          </a:p>
          <a:p>
            <a:r>
              <a:rPr lang="en-US" dirty="0" smtClean="0"/>
              <a:t>Search Engine Marketing (SEM)</a:t>
            </a:r>
            <a:endParaRPr dirty="0"/>
          </a:p>
          <a:p>
            <a:r>
              <a:rPr dirty="0" smtClean="0"/>
              <a:t>Social </a:t>
            </a:r>
            <a:r>
              <a:rPr dirty="0"/>
              <a:t>Media </a:t>
            </a:r>
            <a:r>
              <a:rPr lang="en-US" dirty="0" smtClean="0"/>
              <a:t>Optimization (SMO)</a:t>
            </a:r>
          </a:p>
          <a:p>
            <a:r>
              <a:rPr lang="en-US" dirty="0" smtClean="0"/>
              <a:t>Social Media Marketing </a:t>
            </a:r>
            <a:r>
              <a:rPr lang="en-US" dirty="0"/>
              <a:t>(</a:t>
            </a:r>
            <a:r>
              <a:rPr lang="en-US" dirty="0" smtClean="0"/>
              <a:t>SMM)</a:t>
            </a:r>
            <a:endParaRPr dirty="0"/>
          </a:p>
          <a:p>
            <a:r>
              <a:rPr dirty="0" smtClean="0"/>
              <a:t>Email </a:t>
            </a:r>
            <a:r>
              <a:rPr dirty="0"/>
              <a:t>&amp; </a:t>
            </a:r>
            <a:r>
              <a:rPr lang="en-US" dirty="0" smtClean="0"/>
              <a:t>SMS Marketing</a:t>
            </a:r>
            <a:endParaRPr dirty="0"/>
          </a:p>
          <a:p>
            <a:r>
              <a:rPr dirty="0" smtClean="0"/>
              <a:t> </a:t>
            </a:r>
            <a:r>
              <a:rPr lang="en-US" dirty="0" smtClean="0"/>
              <a:t>Affiliate Marketing</a:t>
            </a:r>
          </a:p>
          <a:p>
            <a:r>
              <a:rPr lang="en-US" dirty="0" smtClean="0"/>
              <a:t>Influencer Marketing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Digital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Global </a:t>
            </a:r>
            <a:r>
              <a:rPr dirty="0"/>
              <a:t>reach</a:t>
            </a:r>
          </a:p>
          <a:p>
            <a:r>
              <a:rPr dirty="0" smtClean="0"/>
              <a:t>Cost </a:t>
            </a:r>
            <a:r>
              <a:rPr dirty="0"/>
              <a:t>effectiveness</a:t>
            </a:r>
          </a:p>
          <a:p>
            <a:r>
              <a:rPr dirty="0" smtClean="0"/>
              <a:t>Measurable </a:t>
            </a:r>
            <a:r>
              <a:rPr dirty="0"/>
              <a:t>performance</a:t>
            </a:r>
          </a:p>
          <a:p>
            <a:r>
              <a:rPr dirty="0" smtClean="0"/>
              <a:t>Personalization</a:t>
            </a:r>
            <a:endParaRPr dirty="0"/>
          </a:p>
          <a:p>
            <a:r>
              <a:rPr dirty="0" smtClean="0"/>
              <a:t>Real-time interaction</a:t>
            </a:r>
            <a:endParaRPr lang="en-US" dirty="0" smtClean="0"/>
          </a:p>
          <a:p>
            <a:r>
              <a:rPr lang="en-US" dirty="0" smtClean="0"/>
              <a:t>Precise Targeting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Data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Track </a:t>
            </a:r>
            <a:r>
              <a:rPr dirty="0"/>
              <a:t>user behavior</a:t>
            </a:r>
          </a:p>
          <a:p>
            <a:r>
              <a:rPr dirty="0" smtClean="0"/>
              <a:t>Measure </a:t>
            </a:r>
            <a:r>
              <a:rPr dirty="0"/>
              <a:t>campaign performance</a:t>
            </a:r>
          </a:p>
          <a:p>
            <a:r>
              <a:rPr dirty="0" smtClean="0"/>
              <a:t>Improve </a:t>
            </a:r>
            <a:r>
              <a:rPr dirty="0"/>
              <a:t>targeting and ROI</a:t>
            </a:r>
          </a:p>
          <a:p>
            <a:r>
              <a:rPr dirty="0" smtClean="0"/>
              <a:t>Support </a:t>
            </a:r>
            <a:r>
              <a:rPr dirty="0"/>
              <a:t>strategic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Careers in Digital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Digital Marketing Manager</a:t>
            </a:r>
          </a:p>
          <a:p>
            <a:r>
              <a:rPr dirty="0" smtClean="0"/>
              <a:t>SEO </a:t>
            </a:r>
            <a:r>
              <a:rPr dirty="0"/>
              <a:t>/ SEM Specialist</a:t>
            </a:r>
          </a:p>
          <a:p>
            <a:r>
              <a:rPr dirty="0" smtClean="0"/>
              <a:t>Social </a:t>
            </a:r>
            <a:r>
              <a:rPr dirty="0"/>
              <a:t>Media Manager</a:t>
            </a:r>
          </a:p>
          <a:p>
            <a:r>
              <a:rPr dirty="0" smtClean="0"/>
              <a:t>Content </a:t>
            </a:r>
            <a:r>
              <a:rPr dirty="0"/>
              <a:t>Strategist</a:t>
            </a:r>
          </a:p>
          <a:p>
            <a:r>
              <a:rPr dirty="0" smtClean="0"/>
              <a:t>Marketing </a:t>
            </a:r>
            <a:r>
              <a:rPr dirty="0"/>
              <a:t>Analyst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Identify </a:t>
            </a:r>
            <a:r>
              <a:rPr dirty="0"/>
              <a:t>a brand you follow online</a:t>
            </a:r>
          </a:p>
          <a:p>
            <a:r>
              <a:rPr dirty="0" smtClean="0"/>
              <a:t>Which </a:t>
            </a:r>
            <a:r>
              <a:rPr dirty="0"/>
              <a:t>digital channels does it use?</a:t>
            </a:r>
          </a:p>
          <a:p>
            <a:r>
              <a:rPr dirty="0" smtClean="0"/>
              <a:t>Why </a:t>
            </a:r>
            <a:r>
              <a:rPr dirty="0"/>
              <a:t>do you engage with this brand?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19</TotalTime>
  <Words>227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Tw Cen MT</vt:lpstr>
      <vt:lpstr>Circuit</vt:lpstr>
      <vt:lpstr>Digital Marketing Week 1: Introduction</vt:lpstr>
      <vt:lpstr>Why Digital Marketing?</vt:lpstr>
      <vt:lpstr>What is Marketing?</vt:lpstr>
      <vt:lpstr>Traditional vs Digital Marketing</vt:lpstr>
      <vt:lpstr>Digital Marketing</vt:lpstr>
      <vt:lpstr>Key Digital Marketing Channels</vt:lpstr>
      <vt:lpstr>Benefits of Digital Marketing</vt:lpstr>
      <vt:lpstr>Role of Data &amp; Analytics</vt:lpstr>
      <vt:lpstr>Careers in Digital Marketing</vt:lpstr>
      <vt:lpstr>Class Activity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Marketing Week 1: Introduction</dc:title>
  <dc:subject/>
  <dc:creator/>
  <cp:keywords/>
  <dc:description>generated using python-pptx</dc:description>
  <cp:lastModifiedBy>Umar</cp:lastModifiedBy>
  <cp:revision>3</cp:revision>
  <dcterms:created xsi:type="dcterms:W3CDTF">2013-01-27T09:14:16Z</dcterms:created>
  <dcterms:modified xsi:type="dcterms:W3CDTF">2026-02-10T08:45:23Z</dcterms:modified>
  <cp:category/>
</cp:coreProperties>
</file>